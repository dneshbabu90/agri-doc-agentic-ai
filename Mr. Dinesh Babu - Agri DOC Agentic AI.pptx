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60" d="100"/>
          <a:sy n="60" d="100"/>
        </p:scale>
        <p:origin x="78"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2289183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Mr. Dinesh Babu . K</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dnesh.babu90@gmail.com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7983583638</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rcRect/>
          <a:stretch/>
        </p:blipFill>
        <p:spPr>
          <a:xfrm>
            <a:off x="4102211" y="3738417"/>
            <a:ext cx="864236" cy="886183"/>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solidFill>
                  <a:srgbClr val="002060"/>
                </a:solidFill>
                <a:latin typeface="Times New Roman"/>
                <a:ea typeface="Times New Roman"/>
                <a:cs typeface="Times New Roman"/>
                <a:sym typeface="Times New Roman"/>
              </a:rPr>
              <a:t> Agriculture Doctor Agent</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009851"/>
            <a:ext cx="10607040" cy="5693866"/>
          </a:xfrm>
          <a:prstGeom prst="rect">
            <a:avLst/>
          </a:prstGeom>
          <a:noFill/>
        </p:spPr>
        <p:txBody>
          <a:bodyPr wrap="square" rtlCol="0">
            <a:spAutoFit/>
          </a:bodyPr>
          <a:lstStyle/>
          <a:p>
            <a:pPr fontAlgn="base"/>
            <a:r>
              <a:rPr lang="en-US" b="1" dirty="0"/>
              <a:t>Problem Statement : Agri Doc Agent</a:t>
            </a:r>
            <a:r>
              <a:rPr lang="en-US" dirty="0"/>
              <a:t> </a:t>
            </a:r>
          </a:p>
          <a:p>
            <a:pPr fontAlgn="base"/>
            <a:r>
              <a:rPr lang="en-US" dirty="0"/>
              <a:t>Farmers often struggle to accurately identify crop diseases and receive timely, reliable guidance, leading to reduced yield and losses. Existing solutions lack personalization and real-time decision support. The proposed Agri Doctor Agentic AI system addresses this by providing intelligent diagnosis, treatment recommendations, and preventive advisory using a multi-agent architecture.</a:t>
            </a:r>
          </a:p>
          <a:p>
            <a:pPr fontAlgn="base"/>
            <a:endParaRPr lang="en-US" b="1" dirty="0"/>
          </a:p>
          <a:p>
            <a:pPr fontAlgn="base"/>
            <a:r>
              <a:rPr lang="en-US" b="1" dirty="0"/>
              <a:t>The Challenge</a:t>
            </a:r>
            <a:r>
              <a:rPr lang="en-US" dirty="0"/>
              <a:t> </a:t>
            </a:r>
          </a:p>
          <a:p>
            <a:pPr fontAlgn="base"/>
            <a:r>
              <a:rPr lang="en-US" dirty="0"/>
              <a:t>Agriculture is a critical sector, yet farmers frequently face significant challenges in identifying crop diseases, pest infestations, and nutrient deficiencies at early stages. Limited access to agricultural experts, lack of timely diagnosis, and reliance on unverified information often lead to incorrect treatments, reduced crop yield, and financial losses. Additionally, farmers struggle to obtain real-time, personalized, and actionable guidance for managing crop health and improving productivity. </a:t>
            </a:r>
          </a:p>
          <a:p>
            <a:pPr fontAlgn="base"/>
            <a:endParaRPr lang="en-US" dirty="0"/>
          </a:p>
          <a:p>
            <a:pPr fontAlgn="base"/>
            <a:r>
              <a:rPr lang="en-US" b="1" dirty="0"/>
              <a:t>The Objective</a:t>
            </a:r>
            <a:r>
              <a:rPr lang="en-US" dirty="0"/>
              <a:t> </a:t>
            </a:r>
          </a:p>
          <a:p>
            <a:pPr fontAlgn="base"/>
            <a:r>
              <a:rPr lang="en-US" dirty="0"/>
              <a:t>To develop an AI-powered Agri Doctor Agentic System that provides accurate diagnosis, treatment recommendations, and preventive advisory for crop-related issues. The system leverages a multi-agent architecture to simulate expert-level agricultural consultation and deliver reliable, real-time decision support to farmers. The solution should: </a:t>
            </a:r>
          </a:p>
          <a:p>
            <a:pPr marL="285750" indent="-285750">
              <a:buFont typeface="Arial" panose="020B0604020202020204" pitchFamily="34" charset="0"/>
              <a:buChar char="•"/>
            </a:pPr>
            <a:r>
              <a:rPr lang="en-US" b="1" dirty="0"/>
              <a:t>Multi-Agent System: </a:t>
            </a:r>
            <a:r>
              <a:rPr lang="en-US" dirty="0"/>
              <a:t>A coordinated agentic architecture consisting of:</a:t>
            </a:r>
          </a:p>
          <a:p>
            <a:pPr marL="817563" indent="-285750">
              <a:buFont typeface="Wingdings" panose="05000000000000000000" pitchFamily="2" charset="2"/>
              <a:buChar char="ü"/>
            </a:pPr>
            <a:r>
              <a:rPr lang="en-US" b="1" dirty="0"/>
              <a:t>Diagnosis Agent</a:t>
            </a:r>
            <a:r>
              <a:rPr lang="en-US" dirty="0"/>
              <a:t> – Identifies diseases, pests, or nutrient deficiencies based on symptoms </a:t>
            </a:r>
          </a:p>
          <a:p>
            <a:pPr marL="817563" indent="-285750">
              <a:buFont typeface="Wingdings" panose="05000000000000000000" pitchFamily="2" charset="2"/>
              <a:buChar char="ü"/>
            </a:pPr>
            <a:r>
              <a:rPr lang="en-US" b="1" dirty="0"/>
              <a:t>Treatment Agent</a:t>
            </a:r>
            <a:r>
              <a:rPr lang="en-US" dirty="0"/>
              <a:t> – Recommends actionable treatment plans including fertilizers, pesticides, and dosages </a:t>
            </a:r>
          </a:p>
          <a:p>
            <a:pPr marL="817563" indent="-285750">
              <a:buFont typeface="Wingdings" panose="05000000000000000000" pitchFamily="2" charset="2"/>
              <a:buChar char="ü"/>
            </a:pPr>
            <a:r>
              <a:rPr lang="en-US" b="1" dirty="0"/>
              <a:t>Advisory Agent</a:t>
            </a:r>
            <a:r>
              <a:rPr lang="en-US" dirty="0"/>
              <a:t> – Provides preventive measures, best farming practices, and farmer-friendly guidance</a:t>
            </a:r>
          </a:p>
          <a:p>
            <a:pPr marL="817563" indent="-285750" fontAlgn="base">
              <a:buFont typeface="Wingdings" panose="05000000000000000000" pitchFamily="2" charset="2"/>
              <a:buChar char="ü"/>
            </a:pPr>
            <a:endParaRPr lang="en-US" dirty="0"/>
          </a:p>
          <a:p>
            <a:pPr marL="285750" indent="-285750">
              <a:buFont typeface="Arial" panose="020B0604020202020204" pitchFamily="34" charset="0"/>
              <a:buChar char="•"/>
            </a:pPr>
            <a:r>
              <a:rPr lang="en-US" b="1" dirty="0"/>
              <a:t>Core Functionalities</a:t>
            </a:r>
          </a:p>
          <a:p>
            <a:pPr marL="814388" indent="-285750">
              <a:buFont typeface="Wingdings" panose="05000000000000000000" pitchFamily="2" charset="2"/>
              <a:buChar char="ü"/>
            </a:pPr>
            <a:r>
              <a:rPr lang="en-US" b="1" dirty="0"/>
              <a:t>Crop Disease Diagnosis : </a:t>
            </a:r>
            <a:r>
              <a:rPr lang="en-US" dirty="0"/>
              <a:t>Analyze symptoms and identify the most probable issue with confidence level </a:t>
            </a:r>
          </a:p>
          <a:p>
            <a:pPr marL="814388" indent="-285750">
              <a:buFont typeface="Wingdings" panose="05000000000000000000" pitchFamily="2" charset="2"/>
              <a:buChar char="ü"/>
            </a:pPr>
            <a:r>
              <a:rPr lang="en-US" b="1" dirty="0"/>
              <a:t>Personalized Treatment Recommendations : </a:t>
            </a:r>
            <a:r>
              <a:rPr lang="en-US" dirty="0"/>
              <a:t>Suggest precise and practical solutions tailored to the crop and condition </a:t>
            </a:r>
          </a:p>
          <a:p>
            <a:pPr marL="814388" indent="-285750">
              <a:buFont typeface="Wingdings" panose="05000000000000000000" pitchFamily="2" charset="2"/>
              <a:buChar char="ü"/>
            </a:pPr>
            <a:r>
              <a:rPr lang="en-US" b="1" dirty="0"/>
              <a:t>Preventive Advisory &amp; Best Practices: </a:t>
            </a:r>
            <a:r>
              <a:rPr lang="en-US" dirty="0"/>
              <a:t>Provide guidance to avoid recurrence and improve crop health </a:t>
            </a:r>
          </a:p>
          <a:p>
            <a:pPr marL="814388" indent="-285750">
              <a:buFont typeface="Wingdings" panose="05000000000000000000" pitchFamily="2" charset="2"/>
              <a:buChar char="ü"/>
            </a:pPr>
            <a:r>
              <a:rPr lang="en-US" b="1" dirty="0"/>
              <a:t>Real-Time Decision Support: </a:t>
            </a:r>
            <a:r>
              <a:rPr lang="en-US" dirty="0"/>
              <a:t>Deliver quick and reliable responses to farmers’ queries </a:t>
            </a:r>
          </a:p>
          <a:p>
            <a:pPr marL="814388" indent="-285750">
              <a:buFont typeface="Wingdings" panose="05000000000000000000" pitchFamily="2" charset="2"/>
              <a:buChar char="ü"/>
            </a:pPr>
            <a:r>
              <a:rPr lang="en-US" b="1" dirty="0"/>
              <a:t>Structured and Explainable Output : </a:t>
            </a:r>
            <a:r>
              <a:rPr lang="en-US" dirty="0"/>
              <a:t>Ensure transparency with reasoning and confidence levels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30303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462213"/>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96173"/>
            <a:ext cx="10607040" cy="5693866"/>
          </a:xfrm>
          <a:prstGeom prst="rect">
            <a:avLst/>
          </a:prstGeom>
          <a:noFill/>
        </p:spPr>
        <p:txBody>
          <a:bodyPr wrap="square" rtlCol="0">
            <a:spAutoFit/>
          </a:bodyPr>
          <a:lstStyle/>
          <a:p>
            <a:pPr fontAlgn="base"/>
            <a:endParaRPr lang="en-US" b="1" dirty="0"/>
          </a:p>
          <a:p>
            <a:r>
              <a:rPr lang="en-US" b="1" dirty="0"/>
              <a:t>Proposed Solution: AI-Powered Agriculture Doctor Agent</a:t>
            </a:r>
          </a:p>
          <a:p>
            <a:r>
              <a:rPr lang="en-US" dirty="0"/>
              <a:t>The proposed solution is a multi-agent AI-powered Agri Doctor system built using </a:t>
            </a:r>
            <a:r>
              <a:rPr lang="en-US" dirty="0" err="1"/>
              <a:t>Langflow</a:t>
            </a:r>
            <a:r>
              <a:rPr lang="en-US" dirty="0"/>
              <a:t>, IBM watsonx.ai, and Granite models to provide personalized, real-time crop diagnosis and agricultural advisory. The system addresses challenges in early disease detection, accurate treatment, and preventive farming practices. At its core, the solution utilizes a Retrieval-Augmented Generation (RAG) pipeline to fetch relevant agricultural knowledge (crop diseases, pests, nutrient deficiencies, treatments) from trusted sources. This data is processed using Granite models to generate accurate, explainable, and actionable insights.</a:t>
            </a:r>
            <a:br>
              <a:rPr lang="en-US" dirty="0"/>
            </a:br>
            <a:r>
              <a:rPr lang="en-US" dirty="0"/>
              <a:t>The system consists of three key agents:</a:t>
            </a:r>
          </a:p>
          <a:p>
            <a:pPr marL="285750" indent="-285750">
              <a:buFont typeface="Arial" panose="020B0604020202020204" pitchFamily="34" charset="0"/>
              <a:buChar char="•"/>
            </a:pPr>
            <a:r>
              <a:rPr lang="en-US" b="1" dirty="0"/>
              <a:t>Diagnosis Agent: </a:t>
            </a:r>
            <a:r>
              <a:rPr lang="en-US" dirty="0"/>
              <a:t>Analyzes crop symptoms provided by the user, Identifies diseases, pests, or nutrient deficiencies and Provides structured output with confidence level and reasoning.</a:t>
            </a:r>
          </a:p>
          <a:p>
            <a:pPr marL="285750" indent="-285750">
              <a:buFont typeface="Arial" panose="020B0604020202020204" pitchFamily="34" charset="0"/>
              <a:buChar char="•"/>
            </a:pPr>
            <a:r>
              <a:rPr lang="en-US" b="1" dirty="0"/>
              <a:t>Treatment Recommendation Agent : </a:t>
            </a:r>
            <a:r>
              <a:rPr lang="en-US" dirty="0"/>
              <a:t>Suggests actionable treatment plans, Recommends fertilizers, pesticides, or corrective measures and Includes dosage and application methods.</a:t>
            </a:r>
          </a:p>
          <a:p>
            <a:pPr marL="285750" indent="-285750">
              <a:buFont typeface="Arial" panose="020B0604020202020204" pitchFamily="34" charset="0"/>
              <a:buChar char="•"/>
            </a:pPr>
            <a:r>
              <a:rPr lang="en-US" b="1" dirty="0"/>
              <a:t>Advisory Agent : </a:t>
            </a:r>
            <a:r>
              <a:rPr lang="en-US" dirty="0"/>
              <a:t>Provides preventive measures and best farming practices, Offers farmer-friendly guidance for long-term crop health and Suggests sustainable and efficient agricultural techniques.</a:t>
            </a:r>
          </a:p>
          <a:p>
            <a:r>
              <a:rPr lang="en-US" dirty="0"/>
              <a:t>The solution that presents crop diagnosis results, treatment recommendations, and preventive advisories in a structured and visual format. It allows users to track crop health trends, monitor disease occurrences, and evaluate the effectiveness of applied interventions, thereby supporting data-driven and informed agricultural decision-making.</a:t>
            </a:r>
          </a:p>
          <a:p>
            <a:r>
              <a:rPr lang="en-US" dirty="0" err="1"/>
              <a:t>Langflow</a:t>
            </a:r>
            <a:r>
              <a:rPr lang="en-US" dirty="0"/>
              <a:t> is utilized to orchestrate the multi-agent workflow, enabling seamless interaction between the Diagnosis, Treatment, and Advisory agents.</a:t>
            </a:r>
          </a:p>
          <a:p>
            <a:r>
              <a:rPr lang="en-US" dirty="0"/>
              <a:t>IBM watsonx.ai provides a scalable and secure platform for model deployment, embeddings, and AI governance. Granite models power the system’s core intelligence, including symptom analysis, reasoning, and generation of accurate, personalized agricultural recommendations.</a:t>
            </a:r>
          </a:p>
          <a:p>
            <a:r>
              <a:rPr lang="en-US" dirty="0"/>
              <a:t>Overall, this solution delivers an end-to-end intelligent agriculture assistant that empowers farmers with accurate crop diagnosis, personalized treatment recommendations, and preventive advisory. By providing real-time insights and actionable guidance, the system enhances crop productivity, reduces losses, and promotes sustainable and informed farming practices.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96686" y="863187"/>
            <a:ext cx="9826171"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crops, plants and tree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providing real-time insights and actionable guidance, the system enhances crop productivity, reduces losses, and promotes sustainable and informed farming practices.</a:t>
            </a:r>
          </a:p>
          <a:p>
            <a:endParaRPr lang="en-US" dirty="0"/>
          </a:p>
          <a:p>
            <a:endParaRPr lang="en-US" dirty="0"/>
          </a:p>
          <a:p>
            <a:r>
              <a:rPr lang="en-US" b="1" dirty="0"/>
              <a:t>5) File component - </a:t>
            </a:r>
            <a:r>
              <a:rPr lang="en-US" dirty="0"/>
              <a:t>Stores and retrieves agricultural data, including farmer inputs (crop type, symptoms), diagnosis records, treatment history, and crop-related datasets for analysis and continuous monitoring.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2CECE2B4-B82E-44AF-A388-AF2DF9A97848}"/>
              </a:ext>
            </a:extLst>
          </p:cNvPr>
          <p:cNvPicPr>
            <a:picLocks noChangeAspect="1"/>
          </p:cNvPicPr>
          <p:nvPr/>
        </p:nvPicPr>
        <p:blipFill>
          <a:blip r:embed="rId3"/>
          <a:stretch>
            <a:fillRect/>
          </a:stretch>
        </p:blipFill>
        <p:spPr>
          <a:xfrm>
            <a:off x="128952" y="1062828"/>
            <a:ext cx="11934095" cy="547193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754874"/>
          </a:xfrm>
          <a:prstGeom prst="rect">
            <a:avLst/>
          </a:prstGeom>
          <a:noFill/>
        </p:spPr>
        <p:txBody>
          <a:bodyPr wrap="square" rtlCol="0">
            <a:spAutoFit/>
          </a:bodyPr>
          <a:lstStyle/>
          <a:p>
            <a:r>
              <a:rPr lang="en-US" b="1" dirty="0"/>
              <a:t>Role of Agentic AI in Agentic AI in Agri Doctor Agent</a:t>
            </a:r>
          </a:p>
          <a:p>
            <a:r>
              <a:rPr lang="en-US" dirty="0"/>
              <a:t>Agentic AI enables the Agri Doctor system to function as an intelligent, autonomous agricultural assistant rather than a simple query-based chatbot. By leveraging IBM watsonx.ai and Granite models, the system coordinates multiple specialized agents to deliver accurate crop diagnosis and personalized farming advisory. Each agent performs a dedicated role—such as analyzing crop symptoms (Diagnosis Agent), generating treatment plans (Treatment Agent), and providing preventive guidance (Advisory Agent)—while working collaboratively. This multi-agent architecture ensures efficient task execution, improved accuracy, and structured outputs. Agentic AI also introduces context awareness, allowing the system to consider factors such as crop type, soil conditions, climate, and farming practices to generate tailored recommendations. It supports real-time adaptation, continuously refining its suggestions based on new inputs like changing symptoms or environmental conditions. Additionally, agents communicate and pass structured outputs between each other, enabling better decision-making and more reliable outcomes. Overall, Agentic AI transforms the system into a proactive, intelligent, and goal-driven agricultural assistant, empowering farmers with expert-level insights, improving crop health, increasing productivity, and promoting sustainable farming practices.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35531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-Used for designing and orchestrating the multi-agent workflow visually, enabling seamless coordination between the Diagnosis, Treatment, and Advisory agents.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Utilized for natural language understanding, reasoning, and personalized response generation, allowing accurate crop diagnosis and intelligent agricultural recommendations.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Provides a secure, scalable, and reliable infrastructure to build, deploy, and manage the Agri Doctor system efficiently.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Ensures the system first retrieves relevant agricultural data (crop diseases, treatments, best practices) and then generates context-aware, accurate responses, improving reliability and trust.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Used for model deployment, embeddings, and AI governance, ensuring efficient performance, scalability, and responsible AI usage.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a:t>
            </a:r>
            <a:r>
              <a:rPr lang="en-US" sz="1800" dirty="0"/>
              <a:t>Stores and retrieves agricultural knowledge data (disease information, treatment guidelines, crop advisory) to support RAG-based intelligent decision-making.</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29,419 token are used</a:t>
            </a:r>
          </a:p>
        </p:txBody>
      </p:sp>
      <p:pic>
        <p:nvPicPr>
          <p:cNvPr id="6" name="Picture 5">
            <a:extLst>
              <a:ext uri="{FF2B5EF4-FFF2-40B4-BE49-F238E27FC236}">
                <a16:creationId xmlns:a16="http://schemas.microsoft.com/office/drawing/2014/main" id="{E8E5E2EF-33B9-48A5-973A-1A3287F6B865}"/>
              </a:ext>
            </a:extLst>
          </p:cNvPr>
          <p:cNvPicPr>
            <a:picLocks noChangeAspect="1"/>
          </p:cNvPicPr>
          <p:nvPr/>
        </p:nvPicPr>
        <p:blipFill>
          <a:blip r:embed="rId3"/>
          <a:stretch>
            <a:fillRect/>
          </a:stretch>
        </p:blipFill>
        <p:spPr>
          <a:xfrm>
            <a:off x="2947669" y="1478202"/>
            <a:ext cx="6296662" cy="4528601"/>
          </a:xfrm>
          <a:prstGeom prst="rect">
            <a:avLst/>
          </a:prstGeom>
          <a:ln w="19050">
            <a:solidFill>
              <a:schemeClr val="tx1"/>
            </a:solidFill>
          </a:ln>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946297"/>
            <a:ext cx="11301984" cy="6124754"/>
          </a:xfrm>
          <a:prstGeom prst="rect">
            <a:avLst/>
          </a:prstGeom>
          <a:noFill/>
        </p:spPr>
        <p:txBody>
          <a:bodyPr wrap="square" rtlCol="0">
            <a:spAutoFit/>
          </a:bodyPr>
          <a:lstStyle/>
          <a:p>
            <a:r>
              <a:rPr lang="en-US" sz="1800" dirty="0"/>
              <a:t>The proposed Agri Doctor Agent stands out by integrating Agentic AI, Retrieval-Augmented Generation (RAG), and personalized agricultural advisory into a unified intelligent system.</a:t>
            </a:r>
            <a:endParaRPr lang="en-IN" sz="1800" dirty="0"/>
          </a:p>
          <a:p>
            <a:endParaRPr lang="en-IN" sz="1800" dirty="0"/>
          </a:p>
          <a:p>
            <a:r>
              <a:rPr lang="en-IN" sz="1800" b="1" dirty="0"/>
              <a:t>Multi-Agent Intelligence</a:t>
            </a:r>
            <a:r>
              <a:rPr lang="en-IN" sz="1800" dirty="0"/>
              <a:t> – </a:t>
            </a:r>
            <a:r>
              <a:rPr lang="en-US" sz="1800" dirty="0"/>
              <a:t>Instead of a single chatbot, multiple specialized agents (Diagnosis, Treatment, Advisory) collaborate to deliver accurate, structured, and context-aware crop recommendations.</a:t>
            </a:r>
            <a:endParaRPr lang="en-IN" sz="1800" dirty="0"/>
          </a:p>
          <a:p>
            <a:r>
              <a:rPr lang="en-IN" sz="1800" b="1" dirty="0"/>
              <a:t>RAG-Based Accuracy</a:t>
            </a:r>
            <a:r>
              <a:rPr lang="en-IN" sz="1800" dirty="0"/>
              <a:t> – </a:t>
            </a:r>
            <a:r>
              <a:rPr lang="en-US" sz="1800" dirty="0"/>
              <a:t>Combines real-time agricultural data retrieval with AI-generated responses, reducing misinformation and ensuring reliable and evidence-based crop advisory.</a:t>
            </a:r>
            <a:endParaRPr lang="en-IN" sz="1800" dirty="0"/>
          </a:p>
          <a:p>
            <a:r>
              <a:rPr lang="en-IN" sz="1800" b="1" dirty="0"/>
              <a:t>Hyper-Personalization</a:t>
            </a:r>
            <a:r>
              <a:rPr lang="en-IN" sz="1800" dirty="0"/>
              <a:t> – </a:t>
            </a:r>
            <a:r>
              <a:rPr lang="en-US" sz="1800" dirty="0"/>
              <a:t>Provides tailored recommendations based on crop type, soil conditions, climate, and farming practices, ensuring relevance to individual farming scenarios.</a:t>
            </a:r>
            <a:r>
              <a:rPr lang="en-IN" sz="1800" dirty="0"/>
              <a:t> </a:t>
            </a:r>
          </a:p>
          <a:p>
            <a:r>
              <a:rPr lang="en-IN" sz="1800" b="1" dirty="0"/>
              <a:t>Real-Time Feedback Loop</a:t>
            </a:r>
            <a:r>
              <a:rPr lang="en-IN" sz="1800" dirty="0"/>
              <a:t> – </a:t>
            </a:r>
            <a:r>
              <a:rPr lang="en-US" sz="1800" dirty="0"/>
              <a:t>Continuously updates recommendations based on new symptoms, environmental changes, and farmer inputs, enabling dynamic and responsive decision support.</a:t>
            </a:r>
            <a:r>
              <a:rPr lang="en-IN" sz="1800" dirty="0"/>
              <a:t> </a:t>
            </a:r>
          </a:p>
          <a:p>
            <a:r>
              <a:rPr lang="en-IN" sz="1800" b="1" dirty="0"/>
              <a:t>Multi-Modal Input</a:t>
            </a:r>
            <a:r>
              <a:rPr lang="en-IN" sz="1800" dirty="0"/>
              <a:t> – </a:t>
            </a:r>
            <a:r>
              <a:rPr lang="en-US" sz="1800" dirty="0"/>
              <a:t>Supports text, voice, and image-based inputs (e.g., crop images for disease detection), enhancing usability and accessibility for farmers.</a:t>
            </a:r>
            <a:r>
              <a:rPr lang="en-IN" sz="1800" dirty="0"/>
              <a:t> </a:t>
            </a:r>
          </a:p>
          <a:p>
            <a:r>
              <a:rPr lang="en-IN" sz="1800" b="1" dirty="0"/>
              <a:t>Preventive Healthcare Focus</a:t>
            </a:r>
            <a:r>
              <a:rPr lang="en-IN" sz="1800" dirty="0"/>
              <a:t> – </a:t>
            </a:r>
            <a:r>
              <a:rPr lang="en-US" sz="1800" dirty="0"/>
              <a:t>Goes beyond diagnosis by offering preventive measures, best practices, and sustainable farming techniques to avoid future crop issues.</a:t>
            </a:r>
            <a:r>
              <a:rPr lang="en-IN" sz="1800" dirty="0"/>
              <a:t> </a:t>
            </a:r>
          </a:p>
          <a:p>
            <a:r>
              <a:rPr lang="en-IN" sz="1800" b="1" dirty="0"/>
              <a:t>Scalable &amp; Enterprise-Ready</a:t>
            </a:r>
            <a:r>
              <a:rPr lang="en-IN" sz="1800" dirty="0"/>
              <a:t> – </a:t>
            </a:r>
            <a:r>
              <a:rPr lang="en-US" sz="1800" dirty="0"/>
              <a:t>Built on IBM watsonx.ai with Granite models, ensuring scalability, reliability, security, and AI governance for real-world deployment.</a:t>
            </a:r>
            <a:r>
              <a:rPr lang="en-IN" sz="1800" dirty="0"/>
              <a:t> </a:t>
            </a:r>
          </a:p>
          <a:p>
            <a:endParaRPr lang="en-IN" sz="1800" dirty="0"/>
          </a:p>
          <a:p>
            <a:r>
              <a:rPr lang="en-US" sz="1800" dirty="0"/>
              <a:t>This makes the solution a smart, adaptive, and proactive digital agriculture assistant, rather than just a static crop advisory tool—empowering farmers with expert-level insights for improved productivity and sustainable farming.</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https://github.com/dneshbabu90/Agri-DOC-Agentic-AI.git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45433" y="34024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545433" y="1221715"/>
            <a:ext cx="1113322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 Image-Based Disease Detection</a:t>
            </a:r>
          </a:p>
          <a:p>
            <a:pPr marL="0" marR="0" lvl="0" indent="0" algn="l" rtl="0">
              <a:lnSpc>
                <a:spcPct val="162162"/>
              </a:lnSpc>
              <a:spcBef>
                <a:spcPts val="0"/>
              </a:spcBef>
              <a:spcAft>
                <a:spcPts val="0"/>
              </a:spcAft>
              <a:buClr>
                <a:srgbClr val="2B3541"/>
              </a:buClr>
              <a:buSzPts val="1850"/>
              <a:buFont typeface="Times New Roman"/>
              <a:buNone/>
            </a:pPr>
            <a:r>
              <a:rPr lang="en-US" sz="1850" i="0" u="none" strike="noStrike" cap="none" dirty="0">
                <a:solidFill>
                  <a:srgbClr val="2B3541"/>
                </a:solidFill>
                <a:latin typeface="Times New Roman"/>
                <a:ea typeface="Times New Roman"/>
                <a:cs typeface="Times New Roman"/>
                <a:sym typeface="Times New Roman"/>
              </a:rPr>
              <a:t>The system can be enhanced by integrating computer vision techniques for image-based crop disease detection. Farmers will be able to upload images of affected plants for instant analysis. This will improve diagnostic accuracy compared to text-based symptom descriptions. It reduces dependency on manual input and supports faster decision-making. The feature can be extended using deep learning models trained on agricultural datasets. Overall, it will make the system more user-friendly and efficient for real-world usage.</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 Weather-Based Smart Advisory</a:t>
            </a: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extended by integrating real-time weather data for smarter recommendations. It can analyze factors like rainfall, temperature, and humidity. Based on weather conditions, the system can suggest irrigation, fertilization, and pest control measures. This helps farmers take preventive actions before problems occur. It improves crop planning and reduces risks due to climate variability. Ultimately, it enables more precise and sustainable farming practices.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1774</TotalTime>
  <Words>1767</Words>
  <Application>Microsoft Office PowerPoint</Application>
  <PresentationFormat>Widescreen</PresentationFormat>
  <Paragraphs>119</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54</cp:revision>
  <dcterms:created xsi:type="dcterms:W3CDTF">2025-07-08T05:06:56Z</dcterms:created>
  <dcterms:modified xsi:type="dcterms:W3CDTF">2026-04-29T10:54:05Z</dcterms:modified>
</cp:coreProperties>
</file>